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d6fb2c91-d5f2-470d-9397-efafe43e05c3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3a74efa0-1b55-4f0c-a7d1-59bbffa7d1cd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e699bc21-1063-4866-bb07-8ae49cb87a65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87ad9171-dc87-44d2-b4d9-8d69ad1df282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842ddbf2-3c1a-4d3a-b14c-0ad158d27848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29d96967-d1a5-407f-ab28-8f1f7f958ede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fce8d57c-c7f2-491f-a880-9625f54d8fd2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b1461d27-4a69-464d-a188-ca9b695cf14b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d0a06bc5-045b-41b7-ad91-62771efc66ee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sz="900">
                <a:solidFill>
                  <a:srgbClr val="000000"/>
                </a:solidFill>
                <a:latin typeface="Manrope"/>
              </a:rPr>
              <a:t>a9dd9d8a-b801-410b-a8e2-15ffe76b37e3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dec7ab07-0e44-4da9-b886-8eb851a0b789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c5bbac04-0f32-4d7d-b2bb-65e437808563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f8a174a6-2cc0-42c3-9f41-6ea0eb606420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c277ca4d-ffd2-4cf2-9d49-a67d941dc7cd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70936aa4-9866-4f12-89c4-84dba138ec6d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1284F"/>
                </a:solidFill>
                <a:latin typeface="Manrope"/>
              </a:rPr>
              <a:t>760c6b89-700a-4c1d-83da-bad2e8361241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7a5b7fb1-fc84-4474-b5cc-460271dccc42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000000"/>
                </a:solidFill>
                <a:latin typeface="Manrope"/>
              </a:rPr>
              <a:t>d096881c-1153-4bb4-bbd0-c7ca7f146189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sz="900">
                <a:solidFill>
                  <a:srgbClr val="000000"/>
                </a:solidFill>
                <a:latin typeface="Manrope"/>
              </a:rPr>
              <a:t>8456681c-3812-43ab-a9c0-2bf93d23ea7a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9b729f1e-0f7d-4d9f-a649-f70f09a330ea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f1ac8c90-d5ef-4cea-a4a6-aade80236dd8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b149b3af-dade-4f3a-973e-6375c2627d84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9411b1db-a43b-438b-8e02-c275d51a499a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a1bcb5ed-8974-4e8d-8438-c2e3aaa8b054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000000"/>
                </a:solidFill>
                <a:latin typeface="Manrope"/>
              </a:rPr>
              <a:t>dec9c252-8975-47bb-9bb3-6df15b51c6cc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1300" b="1">
                <a:solidFill>
                  <a:srgbClr val="01284F"/>
                </a:solidFill>
                <a:latin typeface="Manrope"/>
              </a:rPr>
              <a:t>336603bb-c16c-4704-82fa-0da341c0fb90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sz="1100" i="1">
                <a:solidFill>
                  <a:srgbClr val="000000"/>
                </a:solidFill>
                <a:latin typeface="Manrope"/>
              </a:rPr>
              <a:t>3ee61893-42b9-4a55-9964-1165949deee2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01284F"/>
                </a:solidFill>
                <a:latin typeface="Manrope"/>
              </a:rPr>
              <a:t>162b9057-cf21-4a34-888e-6bab1dadae5b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436E99"/>
                </a:solidFill>
                <a:latin typeface="Manrope"/>
              </a:rPr>
              <a:t>458a6867-379e-4b13-825b-d67f21c72d00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DCC086"/>
                </a:solidFill>
                <a:latin typeface="Manrope"/>
              </a:rPr>
              <a:t>5393f407-cd4a-487d-b3ab-fc42ba885cf5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sz="900" b="1">
                <a:solidFill>
                  <a:srgbClr val="1EA89B"/>
                </a:solidFill>
                <a:latin typeface="Manrope"/>
              </a:rPr>
              <a:t>52a3c3f8-d022-4556-8612-60c222c91b19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fcd9ac6d-33e2-48d6-8ae7-bfdce3a26218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10d412a2-d463-4d56-bcc8-afdcf023a3d7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 i="1">
                <a:solidFill>
                  <a:srgbClr val="000000"/>
                </a:solidFill>
                <a:latin typeface="Manrope"/>
              </a:rPr>
              <a:t>45dee3fa-eda1-4f69-b285-bb7124b38336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900">
                <a:solidFill>
                  <a:srgbClr val="000000"/>
                </a:solidFill>
                <a:latin typeface="Manrope"/>
              </a:rPr>
              <a:t>9a4faa08-64c0-46d5-972b-22dff2acf053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451</Words>
  <Application>Microsoft Office PowerPoint</Application>
  <PresentationFormat>On-screen Show (16:9)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Manrope</vt:lpstr>
      <vt:lpstr>Arial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12</cp:revision>
  <dcterms:modified xsi:type="dcterms:W3CDTF">2025-10-18T16:43:09Z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
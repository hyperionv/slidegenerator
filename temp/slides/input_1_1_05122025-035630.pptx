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r:id="rId4" id="2147483659"/>
  </p:sldMasterIdLst>
  <p:notesMasterIdLst>
    <p:notesMasterId r:id="rId8"/>
  </p:notesMasterIdLst>
  <p:sldIdLst>
    <p:sldId r:id="rId6" id="258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custDataLst>
    <p:tags r:id="rId1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d14ebd27-2eb6-4b03-a61f-2d60ecfac98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dLbls>
          <c:showLegendKey val="0"/>
          <c:showVal val="0"/>
          <c:showCatName val="0"/>
          <c:showSerName val="0"/>
          <c:showPercent val="0"/>
          <c:showBubbleSize val="0"/>
        </c:dLbls>
        <c:axId val="820053456"/>
        <c:axId val="820055168"/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 b="0" i="0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xmlns:c="http://schemas.openxmlformats.org/drawingml/2006/chart">
                    <a:ln xmlns:a="http://schemas.openxmlformats.org/drawingml/2006/main"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 xmlns:a="http://schemas.openxmlformats.org/drawingml/2006/main"/>
                  </c:spPr>
                </c15:leaderLines>
              </c:ext>
            </c:extLst>
          </c:dLbls>
          <c:cat>
            <c:numRef>
              <c:f>'Sheet1'!$C$2:$G$2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'Sheet1'!$C$4:$G$4</c:f>
              <c:numCache>
                <c:formatCode>_(* #,##0.0_);_(* \(#,##0.0\);_(* "-"_);_(@_)</c:formatCode>
                <c:ptCount val="5"/>
                <c:pt idx="0">
                  <c:v>16.1</c:v>
                </c:pt>
                <c:pt idx="1">
                  <c:v>17.66009</c:v>
                </c:pt>
                <c:pt idx="2">
                  <c:v>19.371352721</c:v>
                </c:pt>
                <c:pt idx="3">
                  <c:v>21.2484367996649</c:v>
                </c:pt>
                <c:pt idx="4">
                  <c:v>23.30741032555243</c:v>
                </c:pt>
              </c:numCache>
            </c:numRef>
          </c:val>
          <c:shape val="box"/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gapWidth val="80"/>
        <c:overlap val="41"/>
      </c:barChart>
      <c:catAx>
        <c:axId val="820053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 b="0" i="0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0"/>
        <c:majorTickMark val="none"/>
        <c:minorTickMark val="none"/>
        <c:tickLblPos val="nextTo"/>
        <c:spPr/>
        <c:txPr>
          <a:bodyPr/>
          <a:lstStyle/>
          <a:p>
            <a:pPr>
              <a:defRPr/>
            </a:pPr>
          </a:p>
        </c:txPr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2.jpe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>
            <a:off x="311700" y="1387944"/>
            <a:ext cx="8521150" cy="0"/>
          </a:xfrm>
          <a:prstGeom prst="straightConnector1"/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/>
          <p:cNvSpPr/>
          <p:nvPr/>
        </p:nvSpPr>
        <p:spPr>
          <a:xfrm>
            <a:off x="311700" y="1436607"/>
            <a:ext cx="3225000" cy="152588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/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/>
          <p:cNvSpPr/>
          <p:nvPr/>
        </p:nvSpPr>
        <p:spPr>
          <a:xfrm>
            <a:off x="348882" y="3859393"/>
            <a:ext cx="8483418" cy="836745"/>
          </a:xfrm>
          <a:prstGeom prst="rect"/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 dirty="1">
                <a:solidFill>
                  <a:schemeClr val="bg1"/>
                </a:solidFill>
                <a:latin typeface="Manrope" pitchFamily="2" charset="0"/>
              </a:rPr>
              <a:t>This component is used for placing the information of the spotlight competitor in the industry</a:t>
            </a:r>
            <a:endParaRPr lang="en-US" sz="90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8880" y="3859393"/>
            <a:ext cx="754999" cy="836745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Onpoint E-commerce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 t="37872" b="38527"/>
          <a:stretch>
            <a:fillRect/>
          </a:stretch>
        </p:blipFill>
        <p:spPr>
          <a:xfrm>
            <a:off x="374691" y="4205029"/>
            <a:ext cx="703376" cy="165847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/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/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/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>
          <a:xfrm>
            <a:off x="5456943" y="1970764"/>
            <a:ext cx="297586" cy="29758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5461250" y="2532996"/>
            <a:ext cx="303283" cy="303283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5452171" y="3091987"/>
            <a:ext cx="341276" cy="34127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/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/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/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20"/>
  <p:tag name="AS_OS" val="Microsoft Windows NT 10.0.26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HG明朝B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黑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ajorFont>
      <a:minorFont>
        <a:latin typeface="Cambria" panose="02040503050406030204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HG明朝B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黑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ＭＳ Ｐゴシック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宋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ajorFont>
      <a:minorFont>
        <a:latin typeface="Arial"/>
        <a:ea typeface=""/>
        <a:cs typeface=""/>
        <a:font script="Taml" typeface="Latha"/>
        <a:font script="Tibt" typeface="Microsoft Himalaya"/>
        <a:font script="Hang" typeface="맑은 고딕"/>
        <a:font script="Hebr" typeface="Arial"/>
        <a:font script="Jpan" typeface="ＭＳ Ｐゴシック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Arial"/>
        <a:font script="Orya" typeface="Kalinga"/>
        <a:font script="Mlym" typeface="Kartika"/>
        <a:font script="Beng" typeface="Vrinda"/>
        <a:font script="Laoo" typeface="DokChampa"/>
        <a:font script="Thai" typeface="Cordia New"/>
        <a:font script="Cher" typeface="Plantagenet Cherokee"/>
        <a:font script="Knda" typeface="Tunga"/>
        <a:font script="Deva" typeface="Mangal"/>
        <a:font script="Gujr" typeface="Shruti"/>
        <a:font script="Viet" typeface="Arial"/>
        <a:font script="Telu" typeface="Gautami"/>
        <a:font script="Hans" typeface="宋体"/>
        <a:font script="Thaa" typeface="MV Boli"/>
        <a:font script="Ethi" typeface="Nyala"/>
        <a:font script="Yiii" typeface="Microsoft Yi Baiti"/>
        <a:font script="Khmr" typeface="DaunPenh"/>
        <a:font script="Uigh" typeface="Microsoft Uighur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Application>Microsoft Office PowerPoint</Application>
  <PresentationFormat>On-screen Show (16:9)</PresentationFormat>
  <Slides>3</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2025-12-05T03:56:22.3857894Z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xns:property xmlns:xns="http://schemas.openxmlformats.org/officeDocument/2006/custom-properties" fmtid="{D5CDD505-2E9C-101B-9397-08002B2CF9AE}" pid="2" name="ContentTypeId">
    <vt:lpwstr>0x010100BCF23041F193214B8E57F0E285C1A82C</vt:lpwstr>
  </xns:property>
</Properties>
</file>
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r:id="rId4" id="2147483659"/>
  </p:sldMasterIdLst>
  <p:notesMasterIdLst>
    <p:notesMasterId r:id="rId8"/>
  </p:notesMasterIdLst>
  <p:sldIdLst>
    <p:sldId r:id="rId5" id="257"/>
  </p:sldIdLst>
  <p:sldSz cx="9144000" cy="5143500" type="screen16x9"/>
  <p:notesSz cx="6858000" cy="9144000"/>
  <p:embeddedFontLst>
    <p:embeddedFont>
      <p:font typeface="Manrope" charset="0"/>
      <p:regular r:id="rId9"/>
      <p:bold r:id="rId10"/>
    </p:embeddedFont>
  </p:embeddedFontLst>
  <p:custDataLst>
    <p:tags r:id="rId15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204" userDrawn="1">
          <p15:clr>
            <a:srgbClr val="747775"/>
          </p15:clr>
        </p15:guide>
        <p15:guide id="2" pos="5564">
          <p15:clr>
            <a:srgbClr val="747775"/>
          </p15:clr>
        </p15:guide>
        <p15:guide id="3" orient="horz" pos="426">
          <p15:clr>
            <a:srgbClr val="747775"/>
          </p15:clr>
        </p15:guide>
      </p15:sldGuideLst>
    </p:ext>
  </p:extLst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4F5C"/>
    <a:srgbClr val="436E99"/>
    <a:srgbClr val="DCC086"/>
    <a:srgbClr val="01274F"/>
    <a:srgbClr val="1EA89B"/>
    <a:srgbClr val="D7E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2C17D90-5EDD-40C1-A788-3ED6A1A31342}">
  <a:tblStyle styleId="{E2C17D90-5EDD-40C1-A788-3ED6A1A3134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61" autoAdjust="0"/>
    <p:restoredTop sz="94681"/>
  </p:normalViewPr>
  <p:slideViewPr>
    <p:cSldViewPr snapToGrid="0">
      <p:cViewPr varScale="1">
        <p:scale>
          <a:sx n="133" d="100"/>
          <a:sy n="133" d="100"/>
        </p:scale>
        <p:origin x="678" y="126"/>
      </p:cViewPr>
      <p:guideLst>
        <p:guide pos="204"/>
        <p:guide pos="5564"/>
        <p:guide orient="horz" pos="42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font" Target="fonts/font1.fntdata"/><Relationship Id="rId10" Type="http://schemas.openxmlformats.org/officeDocument/2006/relationships/font" Target="fonts/font2.fntdata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2.xml"/><Relationship Id="rId14" Type="http://schemas.openxmlformats.org/officeDocument/2006/relationships/tableStyles" Target="tableStyles.xml"/><Relationship Id="rId15" Type="http://schemas.openxmlformats.org/officeDocument/2006/relationships/tags" Target="tags/tag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 name="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5b2d24ff4e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5b2d24ff4e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1pPr>
            <a:lvl2pPr lvl="1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2pPr>
            <a:lvl3pPr lvl="2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3pPr>
            <a:lvl4pPr lvl="3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4pPr>
            <a:lvl5pPr lvl="4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5pPr>
            <a:lvl6pPr lvl="5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6pPr>
            <a:lvl7pPr lvl="6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7pPr>
            <a:lvl8pPr lvl="7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8pPr>
            <a:lvl9pPr lvl="8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/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/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ct val="0"/>
              </a:spcBef>
              <a:spcAft>
                <a:spcPct val="0"/>
              </a:spcAft>
              <a:buSzPts val="1800"/>
              <a:buChar char="●"/>
              <a:defRPr/>
            </a:lvl1pPr>
            <a:lvl2pPr marL="914400" lvl="1" indent="-317500">
              <a:spcBef>
                <a:spcPct val="0"/>
              </a:spcBef>
              <a:spcAft>
                <a:spcPct val="0"/>
              </a:spcAft>
              <a:buSzPts val="1400"/>
              <a:buChar char="○"/>
              <a:defRPr/>
            </a:lvl2pPr>
            <a:lvl3pPr marL="1371600" lvl="2" indent="-317500">
              <a:spcBef>
                <a:spcPct val="0"/>
              </a:spcBef>
              <a:spcAft>
                <a:spcPct val="0"/>
              </a:spcAft>
              <a:buSzPts val="1400"/>
              <a:buChar char="■"/>
              <a:defRPr/>
            </a:lvl3pPr>
            <a:lvl4pPr marL="1828800" lvl="3" indent="-317500">
              <a:spcBef>
                <a:spcPct val="0"/>
              </a:spcBef>
              <a:spcAft>
                <a:spcPct val="0"/>
              </a:spcAft>
              <a:buSzPts val="1400"/>
              <a:buChar char="●"/>
              <a:defRPr/>
            </a:lvl4pPr>
            <a:lvl5pPr marL="2286000" lvl="4" indent="-317500">
              <a:spcBef>
                <a:spcPct val="0"/>
              </a:spcBef>
              <a:spcAft>
                <a:spcPct val="0"/>
              </a:spcAft>
              <a:buSzPts val="1400"/>
              <a:buChar char="○"/>
              <a:defRPr/>
            </a:lvl5pPr>
            <a:lvl6pPr marL="2743200" lvl="5" indent="-317500">
              <a:spcBef>
                <a:spcPct val="0"/>
              </a:spcBef>
              <a:spcAft>
                <a:spcPct val="0"/>
              </a:spcAft>
              <a:buSzPts val="1400"/>
              <a:buChar char="■"/>
              <a:defRPr/>
            </a:lvl6pPr>
            <a:lvl7pPr marL="3200400" lvl="6" indent="-317500">
              <a:spcBef>
                <a:spcPct val="0"/>
              </a:spcBef>
              <a:spcAft>
                <a:spcPct val="0"/>
              </a:spcAft>
              <a:buSzPts val="1400"/>
              <a:buChar char="●"/>
              <a:defRPr/>
            </a:lvl7pPr>
            <a:lvl8pPr marL="3657600" lvl="7" indent="-317500">
              <a:spcBef>
                <a:spcPct val="0"/>
              </a:spcBef>
              <a:spcAft>
                <a:spcPct val="0"/>
              </a:spcAft>
              <a:buSzPts val="1400"/>
              <a:buChar char="○"/>
              <a:defRPr/>
            </a:lvl8pPr>
            <a:lvl9pPr marL="4114800" lvl="8" indent="-317500">
              <a:spcBef>
                <a:spcPct val="0"/>
              </a:spcBef>
              <a:spcAft>
                <a:spcPct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/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/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ct val="0"/>
              </a:spcBef>
              <a:spcAft>
                <a:spcPct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ct val="0"/>
              </a:spcBef>
              <a:spcAft>
                <a:spcPct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ct val="0"/>
              </a:spcBef>
              <a:spcAft>
                <a:spcPct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ct val="0"/>
              </a:spcBef>
              <a:spcAft>
                <a:spcPct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ct val="0"/>
              </a:spcBef>
              <a:spcAft>
                <a:spcPct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ct val="0"/>
              </a:spcBef>
              <a:spcAft>
                <a:spcPct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ct val="0"/>
              </a:spcBef>
              <a:spcAft>
                <a:spcPct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ct val="0"/>
              </a:spcBef>
              <a:spcAft>
                <a:spcPct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ct val="0"/>
              </a:spcBef>
              <a:spcAft>
                <a:spcPct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/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ct val="0"/>
              </a:spcBef>
              <a:spcAft>
                <a:spcPct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ct val="0"/>
              </a:spcBef>
              <a:spcAft>
                <a:spcPct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ct val="0"/>
              </a:spcBef>
              <a:spcAft>
                <a:spcPct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ct val="0"/>
              </a:spcBef>
              <a:spcAft>
                <a:spcPct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ct val="0"/>
              </a:spcBef>
              <a:spcAft>
                <a:spcPct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ct val="0"/>
              </a:spcBef>
              <a:spcAft>
                <a:spcPct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ct val="0"/>
              </a:spcBef>
              <a:spcAft>
                <a:spcPct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ct val="0"/>
              </a:spcBef>
              <a:spcAft>
                <a:spcPct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ct val="0"/>
              </a:spcBef>
              <a:spcAft>
                <a:spcPct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/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/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400"/>
              <a:buNone/>
              <a:defRPr sz="2400"/>
            </a:lvl1pPr>
            <a:lvl2pPr lvl="1">
              <a:spcBef>
                <a:spcPct val="0"/>
              </a:spcBef>
              <a:spcAft>
                <a:spcPct val="0"/>
              </a:spcAft>
              <a:buSzPts val="2400"/>
              <a:buNone/>
              <a:defRPr sz="2400"/>
            </a:lvl2pPr>
            <a:lvl3pPr lvl="2">
              <a:spcBef>
                <a:spcPct val="0"/>
              </a:spcBef>
              <a:spcAft>
                <a:spcPct val="0"/>
              </a:spcAft>
              <a:buSzPts val="2400"/>
              <a:buNone/>
              <a:defRPr sz="2400"/>
            </a:lvl3pPr>
            <a:lvl4pPr lvl="3">
              <a:spcBef>
                <a:spcPct val="0"/>
              </a:spcBef>
              <a:spcAft>
                <a:spcPct val="0"/>
              </a:spcAft>
              <a:buSzPts val="2400"/>
              <a:buNone/>
              <a:defRPr sz="2400"/>
            </a:lvl4pPr>
            <a:lvl5pPr lvl="4">
              <a:spcBef>
                <a:spcPct val="0"/>
              </a:spcBef>
              <a:spcAft>
                <a:spcPct val="0"/>
              </a:spcAft>
              <a:buSzPts val="2400"/>
              <a:buNone/>
              <a:defRPr sz="2400"/>
            </a:lvl5pPr>
            <a:lvl6pPr lvl="5">
              <a:spcBef>
                <a:spcPct val="0"/>
              </a:spcBef>
              <a:spcAft>
                <a:spcPct val="0"/>
              </a:spcAft>
              <a:buSzPts val="2400"/>
              <a:buNone/>
              <a:defRPr sz="2400"/>
            </a:lvl6pPr>
            <a:lvl7pPr lvl="6">
              <a:spcBef>
                <a:spcPct val="0"/>
              </a:spcBef>
              <a:spcAft>
                <a:spcPct val="0"/>
              </a:spcAft>
              <a:buSzPts val="2400"/>
              <a:buNone/>
              <a:defRPr sz="2400"/>
            </a:lvl7pPr>
            <a:lvl8pPr lvl="7">
              <a:spcBef>
                <a:spcPct val="0"/>
              </a:spcBef>
              <a:spcAft>
                <a:spcPct val="0"/>
              </a:spcAft>
              <a:buSzPts val="2400"/>
              <a:buNone/>
              <a:defRPr sz="2400"/>
            </a:lvl8pPr>
            <a:lvl9pPr lvl="8">
              <a:spcBef>
                <a:spcPct val="0"/>
              </a:spcBef>
              <a:spcAft>
                <a:spcPct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/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ct val="0"/>
              </a:spcBef>
              <a:spcAft>
                <a:spcPct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ct val="0"/>
              </a:spcBef>
              <a:spcAft>
                <a:spcPct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ct val="0"/>
              </a:spcBef>
              <a:spcAft>
                <a:spcPct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ct val="0"/>
              </a:spcBef>
              <a:spcAft>
                <a:spcPct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ct val="0"/>
              </a:spcBef>
              <a:spcAft>
                <a:spcPct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ct val="0"/>
              </a:spcBef>
              <a:spcAft>
                <a:spcPct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ct val="0"/>
              </a:spcBef>
              <a:spcAft>
                <a:spcPct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ct val="0"/>
              </a:spcBef>
              <a:spcAft>
                <a:spcPct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ct val="0"/>
              </a:spcBef>
              <a:spcAft>
                <a:spcPct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1pPr>
            <a:lvl2pPr lvl="1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2pPr>
            <a:lvl3pPr lvl="2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3pPr>
            <a:lvl4pPr lvl="3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4pPr>
            <a:lvl5pPr lvl="4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5pPr>
            <a:lvl6pPr lvl="5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6pPr>
            <a:lvl7pPr lvl="6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7pPr>
            <a:lvl8pPr lvl="7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8pPr>
            <a:lvl9pPr lvl="8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/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/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ct val="0"/>
              </a:spcBef>
              <a:spcAft>
                <a:spcPct val="0"/>
              </a:spcAft>
              <a:buSzPts val="4200"/>
              <a:buNone/>
              <a:defRPr sz="4200"/>
            </a:lvl1pPr>
            <a:lvl2pPr lvl="1" algn="ctr">
              <a:spcBef>
                <a:spcPct val="0"/>
              </a:spcBef>
              <a:spcAft>
                <a:spcPct val="0"/>
              </a:spcAft>
              <a:buSzPts val="4200"/>
              <a:buNone/>
              <a:defRPr sz="4200"/>
            </a:lvl2pPr>
            <a:lvl3pPr lvl="2" algn="ctr">
              <a:spcBef>
                <a:spcPct val="0"/>
              </a:spcBef>
              <a:spcAft>
                <a:spcPct val="0"/>
              </a:spcAft>
              <a:buSzPts val="4200"/>
              <a:buNone/>
              <a:defRPr sz="4200"/>
            </a:lvl3pPr>
            <a:lvl4pPr lvl="3" algn="ctr">
              <a:spcBef>
                <a:spcPct val="0"/>
              </a:spcBef>
              <a:spcAft>
                <a:spcPct val="0"/>
              </a:spcAft>
              <a:buSzPts val="4200"/>
              <a:buNone/>
              <a:defRPr sz="4200"/>
            </a:lvl4pPr>
            <a:lvl5pPr lvl="4" algn="ctr">
              <a:spcBef>
                <a:spcPct val="0"/>
              </a:spcBef>
              <a:spcAft>
                <a:spcPct val="0"/>
              </a:spcAft>
              <a:buSzPts val="4200"/>
              <a:buNone/>
              <a:defRPr sz="4200"/>
            </a:lvl5pPr>
            <a:lvl6pPr lvl="5" algn="ctr">
              <a:spcBef>
                <a:spcPct val="0"/>
              </a:spcBef>
              <a:spcAft>
                <a:spcPct val="0"/>
              </a:spcAft>
              <a:buSzPts val="4200"/>
              <a:buNone/>
              <a:defRPr sz="4200"/>
            </a:lvl6pPr>
            <a:lvl7pPr lvl="6" algn="ctr">
              <a:spcBef>
                <a:spcPct val="0"/>
              </a:spcBef>
              <a:spcAft>
                <a:spcPct val="0"/>
              </a:spcAft>
              <a:buSzPts val="4200"/>
              <a:buNone/>
              <a:defRPr sz="4200"/>
            </a:lvl7pPr>
            <a:lvl8pPr lvl="7" algn="ctr">
              <a:spcBef>
                <a:spcPct val="0"/>
              </a:spcBef>
              <a:spcAft>
                <a:spcPct val="0"/>
              </a:spcAft>
              <a:buSzPts val="4200"/>
              <a:buNone/>
              <a:defRPr sz="4200"/>
            </a:lvl8pPr>
            <a:lvl9pPr lvl="8" algn="ctr">
              <a:spcBef>
                <a:spcPct val="0"/>
              </a:spcBef>
              <a:spcAft>
                <a:spcPct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/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ct val="0"/>
              </a:spcBef>
              <a:spcAft>
                <a:spcPct val="0"/>
              </a:spcAft>
              <a:buSzPts val="1800"/>
              <a:buChar char="●"/>
              <a:defRPr/>
            </a:lvl1pPr>
            <a:lvl2pPr marL="914400" lvl="1" indent="-317500">
              <a:spcBef>
                <a:spcPct val="0"/>
              </a:spcBef>
              <a:spcAft>
                <a:spcPct val="0"/>
              </a:spcAft>
              <a:buSzPts val="1400"/>
              <a:buChar char="○"/>
              <a:defRPr/>
            </a:lvl2pPr>
            <a:lvl3pPr marL="1371600" lvl="2" indent="-317500">
              <a:spcBef>
                <a:spcPct val="0"/>
              </a:spcBef>
              <a:spcAft>
                <a:spcPct val="0"/>
              </a:spcAft>
              <a:buSzPts val="1400"/>
              <a:buChar char="■"/>
              <a:defRPr/>
            </a:lvl3pPr>
            <a:lvl4pPr marL="1828800" lvl="3" indent="-317500">
              <a:spcBef>
                <a:spcPct val="0"/>
              </a:spcBef>
              <a:spcAft>
                <a:spcPct val="0"/>
              </a:spcAft>
              <a:buSzPts val="1400"/>
              <a:buChar char="●"/>
              <a:defRPr/>
            </a:lvl4pPr>
            <a:lvl5pPr marL="2286000" lvl="4" indent="-317500">
              <a:spcBef>
                <a:spcPct val="0"/>
              </a:spcBef>
              <a:spcAft>
                <a:spcPct val="0"/>
              </a:spcAft>
              <a:buSzPts val="1400"/>
              <a:buChar char="○"/>
              <a:defRPr/>
            </a:lvl5pPr>
            <a:lvl6pPr marL="2743200" lvl="5" indent="-317500">
              <a:spcBef>
                <a:spcPct val="0"/>
              </a:spcBef>
              <a:spcAft>
                <a:spcPct val="0"/>
              </a:spcAft>
              <a:buSzPts val="1400"/>
              <a:buChar char="■"/>
              <a:defRPr/>
            </a:lvl6pPr>
            <a:lvl7pPr marL="3200400" lvl="6" indent="-317500">
              <a:spcBef>
                <a:spcPct val="0"/>
              </a:spcBef>
              <a:spcAft>
                <a:spcPct val="0"/>
              </a:spcAft>
              <a:buSzPts val="1400"/>
              <a:buChar char="●"/>
              <a:defRPr/>
            </a:lvl7pPr>
            <a:lvl8pPr marL="3657600" lvl="7" indent="-317500">
              <a:spcBef>
                <a:spcPct val="0"/>
              </a:spcBef>
              <a:spcAft>
                <a:spcPct val="0"/>
              </a:spcAft>
              <a:buSzPts val="1400"/>
              <a:buChar char="○"/>
              <a:defRPr/>
            </a:lvl8pPr>
            <a:lvl9pPr marL="4114800" lvl="8" indent="-317500">
              <a:spcBef>
                <a:spcPct val="0"/>
              </a:spcBef>
              <a:spcAft>
                <a:spcPct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/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1pPr>
            <a:lvl2pPr lvl="1" algn="ctr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2pPr>
            <a:lvl3pPr lvl="2" algn="ctr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3pPr>
            <a:lvl4pPr lvl="3" algn="ctr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4pPr>
            <a:lvl5pPr lvl="4" algn="ctr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5pPr>
            <a:lvl6pPr lvl="5" algn="ctr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6pPr>
            <a:lvl7pPr lvl="6" algn="ctr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7pPr>
            <a:lvl8pPr lvl="7" algn="ctr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8pPr>
            <a:lvl9pPr lvl="8" algn="ctr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/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ct val="0"/>
              </a:spcBef>
              <a:spcAft>
                <a:spcPct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ct val="0"/>
              </a:spcBef>
              <a:spcAft>
                <a:spcPct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ct val="0"/>
              </a:spcBef>
              <a:spcAft>
                <a:spcPct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ct val="0"/>
              </a:spcBef>
              <a:spcAft>
                <a:spcPct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ct val="0"/>
              </a:spcBef>
              <a:spcAft>
                <a:spcPct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ct val="0"/>
              </a:spcBef>
              <a:spcAft>
                <a:spcPct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ct val="0"/>
              </a:spcBef>
              <a:spcAft>
                <a:spcPct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ct val="0"/>
              </a:spcBef>
              <a:spcAft>
                <a:spcPct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ct val="0"/>
              </a:spcBef>
              <a:spcAft>
                <a:spcPct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/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/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ransition spd="fast"/>
  <p:timing>
    <p:tnLst>
      <p:par>
        <p:cTn id="1" restart="never" nodeType="tmRoot"/>
      </p:par>
    </p:tnLst>
  </p:timing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/>
          <p:nvPr/>
        </p:nvSpPr>
        <p:spPr>
          <a:xfrm>
            <a:off x="335150" y="3994575"/>
            <a:ext cx="8497200" cy="199800"/>
          </a:xfrm>
          <a:prstGeom prst="chevron">
            <a:avLst>
              <a:gd name="adj" fmla="val 50000"/>
            </a:avLst>
          </a:prstGeom>
          <a:gradFill>
            <a:gsLst>
              <a:gs pos="0">
                <a:srgbClr val="D6EBFF"/>
              </a:gs>
              <a:gs pos="100000">
                <a:schemeClr val="lt1"/>
              </a:gs>
            </a:gsLst>
            <a:lin ang="10800025" scaled="0"/>
            <a:tileRect/>
          </a:gradFill>
          <a:ln>
            <a:noFill/>
          </a:ln>
          <a:effectLst>
            <a:outerShdw blurRad="57150" dir="5400000" dist="1905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5" name="Google Shape;65;p14"/>
          <p:cNvSpPr txBox="1">
            <a:spLocks noGrp="1"/>
          </p:cNvSpPr>
          <p:nvPr>
            <p:ph type="title"/>
          </p:nvPr>
        </p:nvSpPr>
        <p:spPr>
          <a:xfrm>
            <a:off x="311700" y="428950"/>
            <a:ext cx="8520600" cy="405300"/>
          </a:xfrm>
          <a:prstGeom prst="rect"/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SzPts val="990"/>
              <a:buNone/>
            </a:pPr>
            <a:r>
              <a:rPr lang="en-GB" sz="1300" b="1" dirty="1">
                <a:solidFill>
                  <a:srgbClr val="01284F"/>
                </a:solidFill>
                <a:latin typeface="Manrope"/>
                <a:ea typeface="Manrope"/>
                <a:cs typeface="Manrope"/>
                <a:sym typeface="Manrope"/>
              </a:rPr>
              <a:t>A decade of innovation, growth with digital frontier</a:t>
            </a:r>
            <a:endParaRPr sz="1300" b="1">
              <a:solidFill>
                <a:srgbClr val="01284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311700" y="728817"/>
            <a:ext cx="8520600" cy="405300"/>
          </a:xfrm>
          <a:prstGeom prst="rect"/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SzPts val="891"/>
              <a:buNone/>
            </a:pPr>
            <a:r>
              <a:rPr lang="en-GB" sz="1100" i="1" dirty="1">
                <a:latin typeface="Manrope"/>
                <a:ea typeface="Manrope"/>
                <a:cs typeface="Manrope"/>
                <a:sym typeface="Manrope"/>
              </a:rPr>
              <a:t>The comprehensive suite of marketing and branding solutions with cultural depth and digital leadership</a:t>
            </a:r>
            <a:endParaRPr sz="1100" i="1"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72" name="Google Shape;72;p14"/>
          <p:cNvCxnSpPr>
            <a:stCxn id="73" idx="1"/>
          </p:cNvCxnSpPr>
          <p:nvPr/>
        </p:nvCxnSpPr>
        <p:spPr>
          <a:xfrm>
            <a:off x="2499263" y="1665329"/>
            <a:ext cx="0" cy="2429400"/>
          </a:xfrm>
          <a:prstGeom prst="straightConnector1"/>
          <a:noFill/>
          <a:ln w="9525" cap="flat" cmpd="sng">
            <a:solidFill>
              <a:srgbClr val="436E9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4" name="Google Shape;74;p14"/>
          <p:cNvCxnSpPr>
            <a:stCxn id="75" idx="1"/>
          </p:cNvCxnSpPr>
          <p:nvPr/>
        </p:nvCxnSpPr>
        <p:spPr>
          <a:xfrm>
            <a:off x="6874400" y="1295804"/>
            <a:ext cx="0" cy="2797200"/>
          </a:xfrm>
          <a:prstGeom prst="straightConnector1"/>
          <a:noFill/>
          <a:ln w="9525" cap="flat" cmpd="sng">
            <a:solidFill>
              <a:srgbClr val="FFF0C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6" name="Google Shape;76;p14"/>
          <p:cNvCxnSpPr>
            <a:stCxn id="77" idx="1"/>
          </p:cNvCxnSpPr>
          <p:nvPr/>
        </p:nvCxnSpPr>
        <p:spPr>
          <a:xfrm>
            <a:off x="4686838" y="1484579"/>
            <a:ext cx="0" cy="2639700"/>
          </a:xfrm>
          <a:prstGeom prst="straightConnector1"/>
          <a:noFill/>
          <a:ln w="9525" cap="flat" cmpd="sng">
            <a:solidFill>
              <a:srgbClr val="DBC086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9" name="Google Shape;79;p14"/>
          <p:cNvPicPr preferRelativeResize="0"/>
          <p:nvPr/>
        </p:nvPicPr>
        <p:blipFill>
          <a:blip xmlns:r="http://schemas.openxmlformats.org/officeDocument/2006/relationships" r:embed="rId3">
            <a:alphaModFix/>
          </a:blip>
          <a:srcRect/>
          <a:stretch>
            <a:fillRect/>
          </a:stretch>
        </p:blipFill>
        <p:spPr>
          <a:xfrm>
            <a:off x="8165375" y="197625"/>
            <a:ext cx="666925" cy="666925"/>
          </a:xfrm>
          <a:prstGeom prst="rect"/>
          <a:noFill/>
          <a:ln>
            <a:noFill/>
          </a:ln>
        </p:spPr>
      </p:pic>
      <p:cxnSp>
        <p:nvCxnSpPr>
          <p:cNvPr id="80" name="Google Shape;80;p14"/>
          <p:cNvCxnSpPr>
            <a:stCxn id="81" idx="1"/>
          </p:cNvCxnSpPr>
          <p:nvPr/>
        </p:nvCxnSpPr>
        <p:spPr>
          <a:xfrm>
            <a:off x="311700" y="1867804"/>
            <a:ext cx="0" cy="2224500"/>
          </a:xfrm>
          <a:prstGeom prst="straightConnector1"/>
          <a:noFill/>
          <a:ln w="9525" cap="flat" cmpd="sng">
            <a:solidFill>
              <a:srgbClr val="01284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2" name="Google Shape;82;p14"/>
          <p:cNvSpPr/>
          <p:nvPr/>
        </p:nvSpPr>
        <p:spPr>
          <a:xfrm>
            <a:off x="311700" y="3840675"/>
            <a:ext cx="507600" cy="507600"/>
          </a:xfrm>
          <a:prstGeom prst="ellipse"/>
          <a:solidFill>
            <a:srgbClr val="01284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r="5400000" dist="1905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 b="1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3" name="Google Shape;83;p14"/>
          <p:cNvSpPr/>
          <p:nvPr/>
        </p:nvSpPr>
        <p:spPr>
          <a:xfrm>
            <a:off x="2499275" y="3840675"/>
            <a:ext cx="507600" cy="507600"/>
          </a:xfrm>
          <a:prstGeom prst="ellipse"/>
          <a:solidFill>
            <a:srgbClr val="436E99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r="5400000" dist="1905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4" name="Google Shape;84;p14"/>
          <p:cNvSpPr/>
          <p:nvPr/>
        </p:nvSpPr>
        <p:spPr>
          <a:xfrm>
            <a:off x="4686838" y="3840675"/>
            <a:ext cx="507600" cy="507600"/>
          </a:xfrm>
          <a:prstGeom prst="ellipse"/>
          <a:solidFill>
            <a:srgbClr val="DBC086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r="5400000" dist="1905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5" name="Google Shape;85;p14"/>
          <p:cNvSpPr/>
          <p:nvPr/>
        </p:nvSpPr>
        <p:spPr>
          <a:xfrm>
            <a:off x="6874425" y="3840675"/>
            <a:ext cx="507600" cy="507600"/>
          </a:xfrm>
          <a:prstGeom prst="ellipse"/>
          <a:solidFill>
            <a:srgbClr val="FFF0C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r="5400000" dist="1905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1" name="Google Shape;81;p14"/>
          <p:cNvSpPr/>
          <p:nvPr/>
        </p:nvSpPr>
        <p:spPr>
          <a:xfrm>
            <a:off x="311700" y="1706104"/>
            <a:ext cx="1950600" cy="323400"/>
          </a:xfrm>
          <a:prstGeom prst="roundRect">
            <a:avLst>
              <a:gd name="adj" fmla="val 19287"/>
            </a:avLst>
          </a:prstGeom>
          <a:solidFill>
            <a:srgbClr val="01284F"/>
          </a:solidFill>
          <a:ln w="9525" cap="flat" cmpd="sng">
            <a:solidFill>
              <a:srgbClr val="012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 dirty="1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Founding vision &amp; inception</a:t>
            </a:r>
            <a:endParaRPr sz="900" b="1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6" name="Google Shape;86;p14"/>
          <p:cNvSpPr/>
          <p:nvPr/>
        </p:nvSpPr>
        <p:spPr>
          <a:xfrm>
            <a:off x="311700" y="2065840"/>
            <a:ext cx="1950600" cy="17388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9999" lvl="0" indent="-147149" algn="l" rtl="0">
              <a:lnSpc>
                <a:spcPct val="114000"/>
              </a:lnSpc>
              <a:spcBef>
                <a:spcPct val="0"/>
              </a:spcBef>
              <a:spcAft>
                <a:spcPts val="600"/>
              </a:spcAft>
              <a:buSzPts val="900"/>
              <a:buFont typeface="Manrope"/>
              <a:buChar char="●"/>
            </a:pPr>
            <a:r>
              <a:rPr lang="en-GB" sz="900" dirty="1">
                <a:latin typeface="Manrope"/>
                <a:ea typeface="Manrope"/>
                <a:cs typeface="Manrope"/>
                <a:sym typeface="Manrope"/>
              </a:rPr>
              <a:t>&lt;i&gt; use the content of this component, don’t change, don’t duplicate the content</a:t>
            </a:r>
          </a:p>
          <a:p>
            <a:pPr marL="179999" lvl="0" indent="-147149" algn="l" rtl="0">
              <a:lnSpc>
                <a:spcPct val="114000"/>
              </a:lnSpc>
              <a:spcBef>
                <a:spcPct val="0"/>
              </a:spcBef>
              <a:spcAft>
                <a:spcPts val="600"/>
              </a:spcAft>
              <a:buSzPts val="900"/>
              <a:buFont typeface="Manrope"/>
              <a:buChar char="●"/>
            </a:pPr>
            <a:r>
              <a:rPr lang="en-GB" sz="900" dirty="1">
                <a:latin typeface="Manrope"/>
                <a:ea typeface="Manrope"/>
                <a:cs typeface="Manrope"/>
                <a:sym typeface="Manrope"/>
              </a:rPr>
              <a:t>Founded </a:t>
            </a:r>
            <a:r>
              <a:rPr lang="en-GB" sz="900" dirty="1">
                <a:latin typeface="Manrope"/>
                <a:ea typeface="Manrope"/>
                <a:cs typeface="Manrope"/>
                <a:sym typeface="Manrope"/>
              </a:rPr>
              <a:t>in 2015 with the mission of “sharing </a:t>
            </a:r>
            <a:r>
              <a:rPr lang="en-GB" sz="900" dirty="1">
                <a:latin typeface="Manrope"/>
                <a:ea typeface="Manrope"/>
                <a:cs typeface="Manrope"/>
                <a:sym typeface="Manrope"/>
              </a:rPr>
              <a:t>happyness</a:t>
            </a:r>
            <a:r>
              <a:rPr lang="en-GB" sz="900" dirty="1">
                <a:latin typeface="Manrope"/>
                <a:ea typeface="Manrope"/>
                <a:cs typeface="Manrope"/>
                <a:sym typeface="Manrope"/>
              </a:rPr>
              <a:t>” as a digital and creative partner</a:t>
            </a:r>
            <a:endParaRPr sz="900">
              <a:latin typeface="Manrope"/>
              <a:ea typeface="Manrope"/>
              <a:cs typeface="Manrope"/>
              <a:sym typeface="Manrope"/>
            </a:endParaRPr>
          </a:p>
          <a:p>
            <a:pPr marL="179999" lvl="0" indent="-147149" algn="l" rtl="0">
              <a:lnSpc>
                <a:spcPct val="114000"/>
              </a:lnSpc>
              <a:spcBef>
                <a:spcPct val="0"/>
              </a:spcBef>
              <a:spcAft>
                <a:spcPts val="600"/>
              </a:spcAft>
              <a:buSzPts val="900"/>
              <a:buFont typeface="Manrope"/>
              <a:buChar char="●"/>
            </a:pPr>
            <a:r>
              <a:rPr lang="en-GB" sz="900" dirty="1">
                <a:latin typeface="Manrope"/>
                <a:ea typeface="Manrope"/>
                <a:cs typeface="Manrope"/>
                <a:sym typeface="Manrope"/>
              </a:rPr>
              <a:t>Emphasized a deep understanding of Vietnamese culture with the embedded digital frontier</a:t>
            </a:r>
            <a:endParaRPr sz="90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3" name="Google Shape;73;p14"/>
          <p:cNvSpPr/>
          <p:nvPr/>
        </p:nvSpPr>
        <p:spPr>
          <a:xfrm>
            <a:off x="2499263" y="1503629"/>
            <a:ext cx="1950600" cy="323400"/>
          </a:xfrm>
          <a:prstGeom prst="roundRect">
            <a:avLst>
              <a:gd name="adj" fmla="val 19287"/>
            </a:avLst>
          </a:prstGeom>
          <a:solidFill>
            <a:srgbClr val="436E99"/>
          </a:solidFill>
          <a:ln w="9525" cap="flat" cmpd="sng">
            <a:solidFill>
              <a:srgbClr val="436E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 dirty="1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Introduction of the XPhin Model</a:t>
            </a:r>
            <a:endParaRPr sz="900" b="1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7" name="Google Shape;87;p14"/>
          <p:cNvSpPr/>
          <p:nvPr/>
        </p:nvSpPr>
        <p:spPr>
          <a:xfrm>
            <a:off x="2499267" y="1843518"/>
            <a:ext cx="1950600" cy="19608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9999" lvl="0" indent="-147149" algn="l" rtl="0">
              <a:lnSpc>
                <a:spcPct val="114000"/>
              </a:lnSpc>
              <a:spcBef>
                <a:spcPct val="0"/>
              </a:spcBef>
              <a:spcAft>
                <a:spcPts val="600"/>
              </a:spcAft>
              <a:buSzPts val="900"/>
              <a:buFont typeface="Manrope"/>
              <a:buChar char="●"/>
            </a:pPr>
            <a:r>
              <a:rPr lang="en-GB" sz="900" dirty="1">
                <a:latin typeface="Manrope"/>
                <a:ea typeface="Manrope"/>
                <a:cs typeface="Manrope"/>
                <a:sym typeface="Manrope"/>
              </a:rPr>
              <a:t>2</a:t>
            </a:r>
            <a:r>
              <a:rPr lang="en-GB" sz="900" baseline="30000" dirty="1">
                <a:latin typeface="Manrope"/>
                <a:ea typeface="Manrope"/>
                <a:cs typeface="Manrope"/>
                <a:sym typeface="Manrope"/>
              </a:rPr>
              <a:t>nd</a:t>
            </a:r>
            <a:r>
              <a:rPr lang="en-GB" sz="900" dirty="1">
                <a:latin typeface="Manrope"/>
                <a:ea typeface="Manrope"/>
                <a:cs typeface="Manrope"/>
                <a:sym typeface="Manrope"/>
              </a:rPr>
              <a:t> column</a:t>
            </a:r>
          </a:p>
          <a:p>
            <a:pPr marL="179999" lvl="0" indent="-147149" algn="l" rtl="0">
              <a:lnSpc>
                <a:spcPct val="114000"/>
              </a:lnSpc>
              <a:spcBef>
                <a:spcPct val="0"/>
              </a:spcBef>
              <a:spcAft>
                <a:spcPts val="600"/>
              </a:spcAft>
              <a:buSzPts val="900"/>
              <a:buFont typeface="Manrope"/>
              <a:buChar char="●"/>
            </a:pPr>
            <a:r>
              <a:rPr lang="en-GB" sz="900" dirty="1">
                <a:latin typeface="Manrope"/>
                <a:ea typeface="Manrope"/>
                <a:cs typeface="Manrope"/>
                <a:sym typeface="Manrope"/>
              </a:rPr>
              <a:t>Developed </a:t>
            </a:r>
            <a:r>
              <a:rPr lang="en-GB" sz="900" dirty="1">
                <a:latin typeface="Manrope"/>
                <a:ea typeface="Manrope"/>
                <a:cs typeface="Manrope"/>
                <a:sym typeface="Manrope"/>
              </a:rPr>
              <a:t>the proprietary XPhin Model, a strategic and creative planning framework inspired by the Vietnamese phin coffee filter, symbolizing a meticulous and culturally grounded approach to campaign development</a:t>
            </a:r>
            <a:endParaRPr sz="90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7" name="Google Shape;77;p14"/>
          <p:cNvSpPr/>
          <p:nvPr/>
        </p:nvSpPr>
        <p:spPr>
          <a:xfrm>
            <a:off x="4686838" y="1322879"/>
            <a:ext cx="1950600" cy="323400"/>
          </a:xfrm>
          <a:prstGeom prst="roundRect">
            <a:avLst>
              <a:gd name="adj" fmla="val 19287"/>
            </a:avLst>
          </a:prstGeom>
          <a:solidFill>
            <a:srgbClr val="DCC086"/>
          </a:solidFill>
          <a:ln w="9525" cap="flat" cmpd="sng">
            <a:solidFill>
              <a:srgbClr val="DBC08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 dirty="1">
                <a:latin typeface="Manrope"/>
                <a:ea typeface="Manrope"/>
                <a:cs typeface="Manrope"/>
                <a:sym typeface="Manrope"/>
              </a:rPr>
              <a:t>Expansion of services &amp; client base</a:t>
            </a:r>
            <a:endParaRPr sz="900" b="1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8" name="Google Shape;88;p14"/>
          <p:cNvSpPr/>
          <p:nvPr/>
        </p:nvSpPr>
        <p:spPr>
          <a:xfrm>
            <a:off x="4686833" y="1662678"/>
            <a:ext cx="1950600" cy="21417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9999" lvl="0" indent="-147149" algn="l" rtl="0">
              <a:lnSpc>
                <a:spcPct val="114000"/>
              </a:lnSpc>
              <a:spcBef>
                <a:spcPct val="0"/>
              </a:spcBef>
              <a:spcAft>
                <a:spcPts val="600"/>
              </a:spcAft>
              <a:buSzPts val="900"/>
              <a:buFont typeface="Manrope"/>
              <a:buChar char="●"/>
            </a:pPr>
            <a:r>
              <a:rPr lang="en-GB" sz="900" dirty="1">
                <a:latin typeface="Manrope"/>
                <a:ea typeface="Manrope"/>
                <a:cs typeface="Manrope"/>
                <a:sym typeface="Manrope"/>
              </a:rPr>
              <a:t>Expanded to a comprehensive service suite: creative solutions, 360 digital performance, social management, influence hacking</a:t>
            </a:r>
            <a:endParaRPr sz="900">
              <a:latin typeface="Manrope"/>
              <a:ea typeface="Manrope"/>
              <a:cs typeface="Manrope"/>
              <a:sym typeface="Manrope"/>
            </a:endParaRPr>
          </a:p>
          <a:p>
            <a:pPr marL="179999" lvl="0" indent="-147149" algn="l" rtl="0">
              <a:lnSpc>
                <a:spcPct val="114000"/>
              </a:lnSpc>
              <a:spcBef>
                <a:spcPct val="0"/>
              </a:spcBef>
              <a:spcAft>
                <a:spcPts val="600"/>
              </a:spcAft>
              <a:buSzPts val="900"/>
              <a:buFont typeface="Manrope"/>
              <a:buChar char="●"/>
            </a:pPr>
            <a:r>
              <a:rPr lang="en-GB" sz="900" dirty="1">
                <a:latin typeface="Manrope"/>
                <a:ea typeface="Manrope"/>
                <a:cs typeface="Manrope"/>
                <a:sym typeface="Manrope"/>
              </a:rPr>
              <a:t>Collaborated with 100+ clients and 500+ projects across various industries</a:t>
            </a:r>
            <a:endParaRPr sz="90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6874400" y="1134104"/>
            <a:ext cx="1950600" cy="323400"/>
          </a:xfrm>
          <a:prstGeom prst="roundRect">
            <a:avLst>
              <a:gd name="adj" fmla="val 19287"/>
            </a:avLst>
          </a:prstGeom>
          <a:solidFill>
            <a:srgbClr val="FEF1CF"/>
          </a:solidFill>
          <a:ln w="9525" cap="flat" cmpd="sng">
            <a:solidFill>
              <a:srgbClr val="FFF0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 dirty="1">
                <a:latin typeface="Manrope"/>
                <a:ea typeface="Manrope"/>
                <a:cs typeface="Manrope"/>
                <a:sym typeface="Manrope"/>
              </a:rPr>
              <a:t>Launch of Xanh &amp; Partners</a:t>
            </a:r>
            <a:endParaRPr sz="900" b="1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9" name="Google Shape;89;p14"/>
          <p:cNvSpPr/>
          <p:nvPr/>
        </p:nvSpPr>
        <p:spPr>
          <a:xfrm>
            <a:off x="6874400" y="1482866"/>
            <a:ext cx="1950600" cy="23214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9999" lvl="0" indent="-147149" algn="l" rtl="0">
              <a:lnSpc>
                <a:spcPct val="114000"/>
              </a:lnSpc>
              <a:spcBef>
                <a:spcPct val="0"/>
              </a:spcBef>
              <a:spcAft>
                <a:spcPts val="600"/>
              </a:spcAft>
              <a:buSzPts val="900"/>
              <a:buFont typeface="Manrope"/>
              <a:buChar char="●"/>
            </a:pPr>
            <a:r>
              <a:rPr lang="en-GB" sz="900" dirty="1">
                <a:latin typeface="Manrope"/>
                <a:ea typeface="Manrope"/>
                <a:cs typeface="Manrope"/>
                <a:sym typeface="Manrope"/>
              </a:rPr>
              <a:t>Introduced the end-to-end integrated solutions comprising:</a:t>
            </a:r>
            <a:endParaRPr sz="90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0" name="Google Shape;90;p14"/>
          <p:cNvSpPr/>
          <p:nvPr/>
        </p:nvSpPr>
        <p:spPr>
          <a:xfrm>
            <a:off x="158100" y="3907725"/>
            <a:ext cx="814800" cy="364500"/>
          </a:xfrm>
          <a:prstGeom prst="rect"/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dirty="1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2015</a:t>
            </a:r>
            <a:endParaRPr sz="9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1" name="Google Shape;91;p14"/>
          <p:cNvSpPr/>
          <p:nvPr/>
        </p:nvSpPr>
        <p:spPr>
          <a:xfrm>
            <a:off x="2345667" y="3907725"/>
            <a:ext cx="814800" cy="364500"/>
          </a:xfrm>
          <a:prstGeom prst="rect"/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dirty="1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2019</a:t>
            </a:r>
            <a:endParaRPr sz="9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2" name="Google Shape;92;p14"/>
          <p:cNvSpPr/>
          <p:nvPr/>
        </p:nvSpPr>
        <p:spPr>
          <a:xfrm>
            <a:off x="4533258" y="3907725"/>
            <a:ext cx="814800" cy="364500"/>
          </a:xfrm>
          <a:prstGeom prst="rect"/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dirty="1">
                <a:latin typeface="Manrope"/>
                <a:ea typeface="Manrope"/>
                <a:cs typeface="Manrope"/>
                <a:sym typeface="Manrope"/>
              </a:rPr>
              <a:t>2020</a:t>
            </a:r>
            <a:endParaRPr sz="90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3" name="Google Shape;93;p14"/>
          <p:cNvSpPr/>
          <p:nvPr/>
        </p:nvSpPr>
        <p:spPr>
          <a:xfrm>
            <a:off x="6720825" y="3907725"/>
            <a:ext cx="814800" cy="364500"/>
          </a:xfrm>
          <a:prstGeom prst="rect"/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dirty="1">
                <a:latin typeface="Manrope"/>
                <a:ea typeface="Manrope"/>
                <a:cs typeface="Manrope"/>
                <a:sym typeface="Manrope"/>
              </a:rPr>
              <a:t>2023</a:t>
            </a:r>
            <a:endParaRPr sz="900"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94" name="Google Shape;94;p14"/>
          <p:cNvPicPr preferRelativeResize="0"/>
          <p:nvPr/>
        </p:nvPicPr>
        <p:blipFill>
          <a:blip xmlns:r="http://schemas.openxmlformats.org/officeDocument/2006/relationships" r:embed="rId4">
            <a:alphaModFix/>
          </a:blip>
          <a:srcRect/>
          <a:stretch>
            <a:fillRect/>
          </a:stretch>
        </p:blipFill>
        <p:spPr>
          <a:xfrm>
            <a:off x="2937805" y="3230940"/>
            <a:ext cx="1073524" cy="604038"/>
          </a:xfrm>
          <a:prstGeom prst="rect"/>
          <a:noFill/>
          <a:ln>
            <a:noFill/>
          </a:ln>
        </p:spPr>
      </p:pic>
      <p:pic>
        <p:nvPicPr>
          <p:cNvPr id="95" name="Google Shape;95;p14"/>
          <p:cNvPicPr preferRelativeResize="0"/>
          <p:nvPr/>
        </p:nvPicPr>
        <p:blipFill>
          <a:blip xmlns:r="http://schemas.openxmlformats.org/officeDocument/2006/relationships" r:embed="rId5">
            <a:alphaModFix/>
          </a:blip>
          <a:srcRect/>
          <a:stretch>
            <a:fillRect/>
          </a:stretch>
        </p:blipFill>
        <p:spPr>
          <a:xfrm>
            <a:off x="7017575" y="2128229"/>
            <a:ext cx="364450" cy="364450"/>
          </a:xfrm>
          <a:prstGeom prst="rect"/>
          <a:noFill/>
          <a:ln>
            <a:noFill/>
          </a:ln>
        </p:spPr>
      </p:pic>
      <p:sp>
        <p:nvSpPr>
          <p:cNvPr id="96" name="Google Shape;96;p14"/>
          <p:cNvSpPr/>
          <p:nvPr/>
        </p:nvSpPr>
        <p:spPr>
          <a:xfrm>
            <a:off x="7017575" y="3241967"/>
            <a:ext cx="730800" cy="364500"/>
          </a:xfrm>
          <a:prstGeom prst="rect"/>
          <a:solidFill>
            <a:srgbClr val="DBC08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97" name="Google Shape;97;p14"/>
          <p:cNvPicPr preferRelativeResize="0"/>
          <p:nvPr/>
        </p:nvPicPr>
        <p:blipFill>
          <a:blip xmlns:r="http://schemas.openxmlformats.org/officeDocument/2006/relationships" r:embed="rId6">
            <a:alphaModFix/>
          </a:blip>
          <a:srcRect/>
          <a:stretch>
            <a:fillRect/>
          </a:stretch>
        </p:blipFill>
        <p:spPr>
          <a:xfrm>
            <a:off x="7017575" y="2693441"/>
            <a:ext cx="364451" cy="364451"/>
          </a:xfrm>
          <a:prstGeom prst="rect"/>
          <a:noFill/>
          <a:ln>
            <a:noFill/>
          </a:ln>
        </p:spPr>
      </p:pic>
      <p:pic>
        <p:nvPicPr>
          <p:cNvPr id="98" name="Google Shape;98;p14"/>
          <p:cNvPicPr preferRelativeResize="0"/>
          <p:nvPr/>
        </p:nvPicPr>
        <p:blipFill>
          <a:blip xmlns:r="http://schemas.openxmlformats.org/officeDocument/2006/relationships" r:embed="rId7">
            <a:alphaModFix/>
          </a:blip>
          <a:srcRect/>
          <a:stretch>
            <a:fillRect/>
          </a:stretch>
        </p:blipFill>
        <p:spPr>
          <a:xfrm>
            <a:off x="7049500" y="3336666"/>
            <a:ext cx="666926" cy="155007"/>
          </a:xfrm>
          <a:prstGeom prst="rect"/>
          <a:noFill/>
          <a:ln>
            <a:noFill/>
          </a:ln>
        </p:spPr>
      </p:pic>
      <p:sp>
        <p:nvSpPr>
          <p:cNvPr id="99" name="Google Shape;99;p14"/>
          <p:cNvSpPr/>
          <p:nvPr/>
        </p:nvSpPr>
        <p:spPr>
          <a:xfrm>
            <a:off x="7343339" y="2127242"/>
            <a:ext cx="1371600" cy="364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700" dirty="1">
                <a:latin typeface="Manrope"/>
                <a:ea typeface="Manrope"/>
                <a:cs typeface="Manrope"/>
                <a:sym typeface="Manrope"/>
              </a:rPr>
              <a:t>Social-tainment marketing</a:t>
            </a:r>
            <a:endParaRPr sz="70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7343339" y="2678067"/>
            <a:ext cx="1371600" cy="364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700" dirty="1">
                <a:latin typeface="Manrope"/>
                <a:ea typeface="Manrope"/>
                <a:cs typeface="Manrope"/>
                <a:sym typeface="Manrope"/>
              </a:rPr>
              <a:t>Ecommerce enablement and solutions</a:t>
            </a:r>
            <a:endParaRPr sz="70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7705290" y="3228892"/>
            <a:ext cx="1053300" cy="364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700" dirty="1">
                <a:latin typeface="Manrope"/>
                <a:ea typeface="Manrope"/>
                <a:cs typeface="Manrope"/>
                <a:sym typeface="Manrope"/>
              </a:rPr>
              <a:t>Creative production house</a:t>
            </a:r>
            <a:endParaRPr sz="700"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>
</file>

<file path=ppt/tags/tag1.xml><?xml version="1.0" encoding="utf-8"?>
<p:tagLst xmlns:p="http://schemas.openxmlformats.org/presentationml/2006/main">
  <p:tag name="AS_NET" val="7.0.20"/>
  <p:tag name="AS_OS" val="Microsoft Windows NT 10.0.26200.0"/>
  <p:tag name="AS_RELEASE_DATE" val="2013.12.17"/>
  <p:tag name="AS_TITLE" val="Spire.Presentation for .NET "/>
  <p:tag name="AS_VERSION" val="2.1.0.0"/>
</p:tagLst>
</file>

<file path=ppt/theme/theme1.xml><?xml version="1.0" encoding="utf-8"?>
<a:theme xmlns:a="http://schemas.openxmlformats.org/drawingml/2006/main" name="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Taml" typeface="Latha"/>
        <a:font script="Tibt" typeface="Microsoft Himalaya"/>
        <a:font script="Hang" typeface="맑은 고딕"/>
        <a:font script="Hebr" typeface="Times New Roman"/>
        <a:font script="Jpan" typeface="ＭＳ Ｐゴシック"/>
        <a:font script="Guru" typeface="Raavi"/>
        <a:font script="Syrc" typeface="Estrangelo Edessa"/>
        <a:font script="Sinh" typeface="Iskoola Pota"/>
        <a:font script="Geor" typeface="Sylfaen"/>
        <a:font script="Cans" typeface="Euphemia"/>
        <a:font script="Mong" typeface="Mongolian Baiti"/>
        <a:font script="Arab" typeface="Times New Roman"/>
        <a:font script="Orya" typeface="Kalinga"/>
        <a:font script="Mlym" typeface="Kartika"/>
        <a:font script="Beng" typeface="Vrinda"/>
        <a:font script="Laoo" typeface="DokChampa"/>
        <a:font script="Thai" typeface="Angsana New"/>
        <a:font script="Cher" typeface="Plantagenet Cherokee"/>
        <a:font script="Knda" typeface="Tunga"/>
        <a:font script="Deva" typeface="Mangal"/>
        <a:font script="Gujr" typeface="Shruti"/>
        <a:font script="Viet" typeface="Times New Roman"/>
        <a:font script="Telu" typeface="Gautami"/>
        <a:font script="Hans" typeface="宋体"/>
        <a:font script="Thaa" typeface="MV Boli"/>
        <a:font script="Ethi" typeface="Nyala"/>
        <a:font script="Yiii" typeface="Microsoft Yi Baiti"/>
        <a:font script="Khmr" typeface="MoolBoran"/>
        <a:font script="Uigh" typeface="Microsoft Uighur"/>
        <a:font script="Hant" typeface="新細明體"/>
      </a:majorFont>
      <a:minorFont>
        <a:latin typeface="Arial"/>
        <a:ea typeface=""/>
        <a:cs typeface=""/>
        <a:font script="Taml" typeface="Latha"/>
        <a:font script="Tibt" typeface="Microsoft Himalaya"/>
        <a:font script="Hang" typeface="맑은 고딕"/>
        <a:font script="Hebr" typeface="Arial"/>
        <a:font script="Jpan" typeface="ＭＳ Ｐゴシック"/>
        <a:font script="Guru" typeface="Raavi"/>
        <a:font script="Syrc" typeface="Estrangelo Edessa"/>
        <a:font script="Sinh" typeface="Iskoola Pota"/>
        <a:font script="Geor" typeface="Sylfaen"/>
        <a:font script="Cans" typeface="Euphemia"/>
        <a:font script="Mong" typeface="Mongolian Baiti"/>
        <a:font script="Arab" typeface="Arial"/>
        <a:font script="Orya" typeface="Kalinga"/>
        <a:font script="Mlym" typeface="Kartika"/>
        <a:font script="Beng" typeface="Vrinda"/>
        <a:font script="Laoo" typeface="DokChampa"/>
        <a:font script="Thai" typeface="Cordia New"/>
        <a:font script="Cher" typeface="Plantagenet Cherokee"/>
        <a:font script="Knda" typeface="Tunga"/>
        <a:font script="Deva" typeface="Mangal"/>
        <a:font script="Gujr" typeface="Shruti"/>
        <a:font script="Viet" typeface="Arial"/>
        <a:font script="Telu" typeface="Gautami"/>
        <a:font script="Hans" typeface="宋体"/>
        <a:font script="Thaa" typeface="MV Boli"/>
        <a:font script="Ethi" typeface="Nyala"/>
        <a:font script="Yiii" typeface="Microsoft Yi Baiti"/>
        <a:font script="Khmr" typeface="DaunPenh"/>
        <a:font script="Uigh" typeface="Microsoft Uighur"/>
        <a:font script="Hant" typeface="新細明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  <a:tileRect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 prst="circ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  <a:tileRect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Cambria">
      <a:majorFont>
        <a:latin typeface="Cambria" panose="02040503050406030204"/>
        <a:ea typeface=""/>
        <a:cs typeface=""/>
        <a:font script="Taml" typeface="Latha"/>
        <a:font script="Tibt" typeface="Microsoft Himalaya"/>
        <a:font script="Hang" typeface="맑은 고딕"/>
        <a:font script="Hebr" typeface="Times New Roman"/>
        <a:font script="Jpan" typeface="HG明朝B"/>
        <a:font script="Guru" typeface="Raavi"/>
        <a:font script="Syrc" typeface="Estrangelo Edessa"/>
        <a:font script="Sinh" typeface="Iskoola Pota"/>
        <a:font script="Geor" typeface="Sylfaen"/>
        <a:font script="Cans" typeface="Euphemia"/>
        <a:font script="Mong" typeface="Mongolian Baiti"/>
        <a:font script="Arab" typeface="Times New Roman"/>
        <a:font script="Orya" typeface="Kalinga"/>
        <a:font script="Mlym" typeface="Kartika"/>
        <a:font script="Beng" typeface="Vrinda"/>
        <a:font script="Laoo" typeface="DokChampa"/>
        <a:font script="Thai" typeface="Angsana New"/>
        <a:font script="Cher" typeface="Plantagenet Cherokee"/>
        <a:font script="Knda" typeface="Tunga"/>
        <a:font script="Deva" typeface="Mangal"/>
        <a:font script="Gujr" typeface="Shruti"/>
        <a:font script="Viet" typeface="Times New Roman"/>
        <a:font script="Telu" typeface="Gautami"/>
        <a:font script="Hans" typeface="黑体"/>
        <a:font script="Thaa" typeface="MV Boli"/>
        <a:font script="Ethi" typeface="Nyala"/>
        <a:font script="Yiii" typeface="Microsoft Yi Baiti"/>
        <a:font script="Khmr" typeface="MoolBoran"/>
        <a:font script="Uigh" typeface="Microsoft Uighur"/>
        <a:font script="Hant" typeface="新細明體"/>
      </a:majorFont>
      <a:minorFont>
        <a:latin typeface="Cambria" panose="02040503050406030204"/>
        <a:ea typeface=""/>
        <a:cs typeface=""/>
        <a:font script="Taml" typeface="Latha"/>
        <a:font script="Tibt" typeface="Microsoft Himalaya"/>
        <a:font script="Hang" typeface="맑은 고딕"/>
        <a:font script="Hebr" typeface="Times New Roman"/>
        <a:font script="Jpan" typeface="HG明朝B"/>
        <a:font script="Guru" typeface="Raavi"/>
        <a:font script="Syrc" typeface="Estrangelo Edessa"/>
        <a:font script="Sinh" typeface="Iskoola Pota"/>
        <a:font script="Geor" typeface="Sylfaen"/>
        <a:font script="Cans" typeface="Euphemia"/>
        <a:font script="Mong" typeface="Mongolian Baiti"/>
        <a:font script="Arab" typeface="Times New Roman"/>
        <a:font script="Orya" typeface="Kalinga"/>
        <a:font script="Mlym" typeface="Kartika"/>
        <a:font script="Beng" typeface="Vrinda"/>
        <a:font script="Laoo" typeface="DokChampa"/>
        <a:font script="Thai" typeface="Angsana New"/>
        <a:font script="Cher" typeface="Plantagenet Cherokee"/>
        <a:font script="Knda" typeface="Tunga"/>
        <a:font script="Deva" typeface="Mangal"/>
        <a:font script="Gujr" typeface="Shruti"/>
        <a:font script="Viet" typeface="Times New Roman"/>
        <a:font script="Telu" typeface="Gautami"/>
        <a:font script="Hans" typeface="黑体"/>
        <a:font script="Thaa" typeface="MV Boli"/>
        <a:font script="Ethi" typeface="Nyala"/>
        <a:font script="Yiii" typeface="Microsoft Yi Baiti"/>
        <a:font script="Khmr" typeface="MoolBoran"/>
        <a:font script="Uigh" typeface="Microsoft Uighur"/>
        <a:font script="Hant" typeface="新細明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  <a:tileRect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 prst="circ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  <a:tileRect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CF23041F193214B8E57F0E285C1A82C" ma:contentTypeVersion="15" ma:contentTypeDescription="Create a new document." ma:contentTypeScope="" ma:versionID="cf3ebee454f8221a9c629dca5cfa0020">
  <xsd:schema xmlns:xsd="http://www.w3.org/2001/XMLSchema" xmlns:xs="http://www.w3.org/2001/XMLSchema" xmlns:p="http://schemas.microsoft.com/office/2006/metadata/properties" xmlns:ns3="f0e9e1ab-6588-40ca-8aec-421ae5e03741" xmlns:ns4="1b879db0-c332-4749-8662-4ec22ed2fa72" targetNamespace="http://schemas.microsoft.com/office/2006/metadata/properties" ma:root="true" ma:fieldsID="d0b1b7a147e5670e199648fc6c7b9374" ns3:_="" ns4:_="">
    <xsd:import namespace="f0e9e1ab-6588-40ca-8aec-421ae5e03741"/>
    <xsd:import namespace="1b879db0-c332-4749-8662-4ec22ed2fa7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9e1ab-6588-40ca-8aec-421ae5e0374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879db0-c332-4749-8662-4ec22ed2fa7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0e9e1ab-6588-40ca-8aec-421ae5e03741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DD3A138-5ACD-47B5-BD62-AB387AD4515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0e9e1ab-6588-40ca-8aec-421ae5e03741"/>
    <ds:schemaRef ds:uri="1b879db0-c332-4749-8662-4ec22ed2fa7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F45DB43-CE85-49D2-A992-FA955C0F5359}">
  <ds:schemaRefs>
    <ds:schemaRef ds:uri="http://www.w3.org/XML/1998/namespace"/>
    <ds:schemaRef ds:uri="http://purl.org/dc/elements/1.1/"/>
    <ds:schemaRef ds:uri="http://schemas.openxmlformats.org/package/2006/metadata/core-properties"/>
    <ds:schemaRef ds:uri="http://purl.org/dc/dcmitype/"/>
    <ds:schemaRef ds:uri="http://purl.org/dc/terms/"/>
    <ds:schemaRef ds:uri="http://schemas.microsoft.com/office/2006/documentManagement/types"/>
    <ds:schemaRef ds:uri="http://schemas.microsoft.com/office/infopath/2007/PartnerControls"/>
    <ds:schemaRef ds:uri="1b879db0-c332-4749-8662-4ec22ed2fa72"/>
    <ds:schemaRef ds:uri="f0e9e1ab-6588-40ca-8aec-421ae5e03741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5E9700B6-E377-42AF-AE50-E1D4C832DF6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634</TotalTime>
  <Application>Microsoft Office PowerPoint</Application>
  <PresentationFormat>On-screen Show (16:9)</PresentationFormat>
  <Slides>3</Slide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Giang Nguyen</dc:creator>
  <cp:lastModifiedBy>Võ Minh Khôi</cp:lastModifiedBy>
  <cp:revision>21</cp:revision>
  <dcterms:modified xsi:type="dcterms:W3CDTF">2025-12-05T03:56:04.8231041Z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xns:property xmlns:xns="http://schemas.openxmlformats.org/officeDocument/2006/custom-properties" fmtid="{D5CDD505-2E9C-101B-9397-08002B2CF9AE}" pid="2" name="ContentTypeId">
    <vt:lpwstr>0x010100BCF23041F193214B8E57F0E285C1A82C</vt:lpwstr>
  </xns:property>
</Properties>
</file>
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Sheet1!$C$4:$G$4</c:f>
              <c:numCache>
                <c:formatCode>_(* #,##0.0_);_(* \(#,##0.0\);_(* "-"_);_(@_)</c:formatCode>
                <c:ptCount val="5"/>
                <c:pt idx="0">
                  <c:v>16.100000000000001</c:v>
                </c:pt>
                <c:pt idx="1">
                  <c:v>17.66009</c:v>
                </c:pt>
                <c:pt idx="2">
                  <c:v>19.371352721000001</c:v>
                </c:pt>
                <c:pt idx="3">
                  <c:v>21.248436799664901</c:v>
                </c:pt>
                <c:pt idx="4">
                  <c:v>23.307410325552429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6.jpe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f3b39697-eb0f-4f18-8d81-9d404b309014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latin typeface="Manrope"/>
              </a:rPr>
              <a:t>5f162be1-3703-4209-a366-4c3cccad4f8e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lt1"/>
                </a:solidFill>
                <a:latin typeface="Manrope"/>
              </a:rPr>
              <a:t>f442cde2-1ea3-4a24-8d5b-be3071a95519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latin typeface="Manrope"/>
              </a:rPr>
              <a:t>b0f33ce7-d318-4789-a098-15f86ce170ac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lt1"/>
                </a:solidFill>
                <a:latin typeface="Manrope"/>
              </a:rPr>
              <a:t>9e7dc024-7dec-41c7-9415-3518dac5df9f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latin typeface="Manrope"/>
              </a:rPr>
              <a:t>c17c6ee6-263f-4a32-9d15-ad137c9883be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latin typeface="Manrope"/>
              </a:rPr>
              <a:t>4c73a655-c197-4a6c-a0e7-b7548639a524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latin typeface="Manrope"/>
              </a:rPr>
              <a:t>f03134e4-64e8-44a0-af60-18ed0b834513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latin typeface="Manrope"/>
              </a:rPr>
              <a:t>0a4aa2a8-b3cf-40d1-8070-fc3adab08365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latin typeface="Manrope"/>
              </a:rPr>
              <a:t>dfb2fda7-91e6-470c-b02b-2464c6f01679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805" y="3230940"/>
            <a:ext cx="1073524" cy="60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575" y="2128229"/>
            <a:ext cx="364450" cy="3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>
            <a:avLst/>
          </a:prstGeom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575" y="2693441"/>
            <a:ext cx="364451" cy="3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9500" y="3336666"/>
            <a:ext cx="666926" cy="1550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latin typeface="Manrope"/>
              </a:rPr>
              <a:t>d7de662b-c4ae-4914-891b-64746b15dac1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latin typeface="Manrope"/>
              </a:rPr>
              <a:t>9bd90174-ccf2-47cb-a896-cbeccda04a45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latin typeface="Manrope"/>
              </a:rPr>
              <a:t>178c1be1-a9d1-408a-929a-47c92e58ecbb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63aadecf-c16e-4215-8aa2-c38ef50a6321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latin typeface="Manrope"/>
              </a:rPr>
              <a:t>2648ba5d-f45e-4b43-8ea7-2a03521aa36b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1284F"/>
                </a:solidFill>
                <a:latin typeface="Manrope"/>
              </a:rPr>
              <a:t>9948342f-3d2b-4eae-97ea-4201abcb168b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 descr="a522904c-edbf-4936-9ec1-22308a4e5129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b2f9211e-b4a3-43f1-867c-30b74433afdc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lt1"/>
                </a:solidFill>
                <a:latin typeface="Manrope"/>
              </a:rPr>
              <a:t>66c39241-ba72-42dc-96be-03c94ec6bbee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sz="900">
                <a:solidFill>
                  <a:schemeClr val="bg1"/>
                </a:solidFill>
                <a:latin typeface="Manrope"/>
              </a:rPr>
              <a:t>fab58a5e-afd6-41c3-8485-d74add6748fc</a:t>
            </a:r>
            <a:endParaRPr lang="en-US" sz="9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Onpoint E-commerce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d5d370e4-1026-48b6-8e07-9f7ce2482cec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f4a72028-2ec6-4b97-b8ba-0c425924f3ac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122fd97f-5b23-47a3-86ed-154b84861817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1baf44c6-d3e2-4ffb-9a7c-74320d2a4fae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b89c3e3d-747b-4256-9c9c-9f197ff0c018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chemeClr val="tx1"/>
                </a:solidFill>
                <a:latin typeface="Manrope"/>
              </a:rPr>
              <a:t>b39c1bfa-6e58-4024-9060-4f81e8241277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5a3b6681-5f33-4618-9c4e-32835f4c1c65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latin typeface="Manrope"/>
              </a:rPr>
              <a:t>6e76e7cf-fe72-46e5-9c69-9e66c44911b6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Xanh Marketing | MMA Global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01284F"/>
                </a:solidFill>
                <a:latin typeface="Manrope"/>
              </a:rPr>
              <a:t>8ce5f7a9-9e69-464e-9cd7-a07482e09000</a:t>
            </a:r>
          </a:p>
        </p:txBody>
      </p:sp>
      <p:sp>
        <p:nvSpPr>
          <p:cNvPr id="17" name="Google Shape;134;p16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436E99"/>
                </a:solidFill>
                <a:latin typeface="Manrope"/>
              </a:rPr>
              <a:t>a895bb42-39e9-4c06-a449-68f001b4523b</a:t>
            </a:r>
          </a:p>
        </p:txBody>
      </p:sp>
      <p:sp>
        <p:nvSpPr>
          <p:cNvPr id="18" name="Google Shape;134;p16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DCC086"/>
                </a:solidFill>
                <a:latin typeface="Manrope"/>
              </a:rPr>
              <a:t>e0ce380b-6e62-4c6f-83e5-4a7601ef3350</a:t>
            </a:r>
          </a:p>
        </p:txBody>
      </p:sp>
      <p:sp>
        <p:nvSpPr>
          <p:cNvPr id="19" name="Google Shape;134;p16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1EA89B"/>
                </a:solidFill>
                <a:latin typeface="Manrope"/>
              </a:rPr>
              <a:t>d28e9542-2d44-4a27-ad5c-5e1faef9db96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chemeClr val="tx1"/>
                </a:solidFill>
                <a:latin typeface="Manrope"/>
              </a:rPr>
              <a:t>6c06c3fa-2a62-4793-955c-8d58327d25c1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chemeClr val="tx1"/>
                </a:solidFill>
                <a:latin typeface="Manrope"/>
              </a:rPr>
              <a:t>0c460065-de66-45ee-b499-a0cd99e41050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 i="1">
                <a:solidFill>
                  <a:schemeClr val="bg2"/>
                </a:solidFill>
                <a:latin typeface="Manrope"/>
              </a:rPr>
              <a:t>76f4ef42-4f12-40e9-9382-cc6e67ea085c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chemeClr val="tx1"/>
                </a:solidFill>
                <a:latin typeface="Manrope"/>
              </a:rPr>
              <a:t>1f04ac6c-62be-4103-8ef4-880c0ef27b29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413</Words>
  <Application>Microsoft Office PowerPoint</Application>
  <PresentationFormat>On-screen Show (16:9)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Manrope</vt:lpstr>
      <vt:lpstr>Arial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13</cp:revision>
  <dcterms:modified xsi:type="dcterms:W3CDTF">2025-10-20T04:56:03Z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